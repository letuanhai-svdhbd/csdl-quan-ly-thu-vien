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2" r:id="rId2"/>
    <p:sldId id="261" r:id="rId3"/>
    <p:sldId id="267" r:id="rId4"/>
    <p:sldId id="259" r:id="rId5"/>
    <p:sldId id="257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 Tuan Hai" initials="LH" lastIdx="1" clrIdx="0">
    <p:extLst>
      <p:ext uri="{19B8F6BF-5375-455C-9EA6-DF929625EA0E}">
        <p15:presenceInfo xmlns:p15="http://schemas.microsoft.com/office/powerpoint/2012/main" userId="82bdbce47a5d95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37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85148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28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990943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76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8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61442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21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194044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07391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184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452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4065611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570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718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983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7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565E8C7-C722-4B72-A9ED-6B4802247D43}" type="datetimeFigureOut">
              <a:rPr lang="en-AS" smtClean="0"/>
              <a:t>6/30/2024</a:t>
            </a:fld>
            <a:endParaRPr lang="en-A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D0E544-5B74-4105-8789-04CE5829E851}" type="slidenum">
              <a:rPr lang="en-AS" smtClean="0"/>
              <a:t>‹#›</a:t>
            </a:fld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249442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E29C4-6DB8-448C-B8EA-F28C54DB42D5}"/>
              </a:ext>
            </a:extLst>
          </p:cNvPr>
          <p:cNvSpPr txBox="1"/>
          <p:nvPr/>
        </p:nvSpPr>
        <p:spPr>
          <a:xfrm>
            <a:off x="2752641" y="1705878"/>
            <a:ext cx="7295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G" sz="5400">
                <a:sym typeface="Wingdings" panose="05000000000000000000" pitchFamily="2" charset="2"/>
              </a:rPr>
              <a:t> </a:t>
            </a:r>
            <a:r>
              <a:rPr lang="vi-VN" sz="5400"/>
              <a:t>Quản Lý Thư Viện </a:t>
            </a:r>
            <a:r>
              <a:rPr lang="en-AG" sz="5400">
                <a:sym typeface="Wingdings" panose="05000000000000000000" pitchFamily="2" charset="2"/>
              </a:rPr>
              <a:t> </a:t>
            </a:r>
            <a:endParaRPr lang="en-AS" sz="5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E6C58-27B8-4D12-8B62-E5ECEE347D00}"/>
              </a:ext>
            </a:extLst>
          </p:cNvPr>
          <p:cNvSpPr txBox="1"/>
          <p:nvPr/>
        </p:nvSpPr>
        <p:spPr>
          <a:xfrm>
            <a:off x="999276" y="3238808"/>
            <a:ext cx="465849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200"/>
              <a:t>Các thành viên trong nhóm: </a:t>
            </a:r>
          </a:p>
          <a:p>
            <a:r>
              <a:rPr lang="vi-VN" sz="2200"/>
              <a:t>23050084:</a:t>
            </a:r>
            <a:r>
              <a:rPr lang="en-AG" sz="2400">
                <a:sym typeface="Wingdings" panose="05000000000000000000" pitchFamily="2" charset="2"/>
              </a:rPr>
              <a:t> </a:t>
            </a:r>
            <a:r>
              <a:rPr lang="vi-VN" sz="2200"/>
              <a:t> Lê Ngọc Sang</a:t>
            </a:r>
          </a:p>
          <a:p>
            <a:r>
              <a:rPr lang="vi-VN" sz="2200"/>
              <a:t>23050108: </a:t>
            </a:r>
            <a:r>
              <a:rPr lang="en-AG" sz="2400">
                <a:sym typeface="Wingdings" panose="05000000000000000000" pitchFamily="2" charset="2"/>
              </a:rPr>
              <a:t> </a:t>
            </a:r>
            <a:r>
              <a:rPr lang="vi-VN" sz="2200"/>
              <a:t>La Trần Duy Đạt</a:t>
            </a:r>
          </a:p>
          <a:p>
            <a:r>
              <a:rPr lang="vi-VN" sz="2200"/>
              <a:t>23050116: </a:t>
            </a:r>
            <a:r>
              <a:rPr lang="en-AG" sz="2400">
                <a:sym typeface="Wingdings" panose="05000000000000000000" pitchFamily="2" charset="2"/>
              </a:rPr>
              <a:t> </a:t>
            </a:r>
            <a:r>
              <a:rPr lang="vi-VN" sz="2200"/>
              <a:t>Lê Tuấn Hải</a:t>
            </a:r>
          </a:p>
          <a:p>
            <a:r>
              <a:rPr lang="vi-VN" sz="2200"/>
              <a:t>23050118: </a:t>
            </a:r>
            <a:r>
              <a:rPr lang="en-AG" sz="2400">
                <a:sym typeface="Wingdings" panose="05000000000000000000" pitchFamily="2" charset="2"/>
              </a:rPr>
              <a:t> </a:t>
            </a:r>
            <a:r>
              <a:rPr lang="vi-VN" sz="2200"/>
              <a:t>Nguyễn Tuấn Anh</a:t>
            </a:r>
          </a:p>
          <a:p>
            <a:r>
              <a:rPr lang="vi-VN" sz="2200"/>
              <a:t>23050120: </a:t>
            </a:r>
            <a:r>
              <a:rPr lang="en-AG" sz="2400">
                <a:sym typeface="Wingdings" panose="05000000000000000000" pitchFamily="2" charset="2"/>
              </a:rPr>
              <a:t> </a:t>
            </a:r>
            <a:r>
              <a:rPr lang="vi-VN" sz="2200"/>
              <a:t>Nguyễn Minh Cang</a:t>
            </a:r>
            <a:endParaRPr lang="en-AS" sz="2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F6437-AE5C-4E95-A4A7-1CA644925C85}"/>
              </a:ext>
            </a:extLst>
          </p:cNvPr>
          <p:cNvSpPr txBox="1"/>
          <p:nvPr/>
        </p:nvSpPr>
        <p:spPr>
          <a:xfrm>
            <a:off x="7195931" y="4099335"/>
            <a:ext cx="44129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Phân Công: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 đề tài: La Trần Duy Đạt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 sz="2000">
                <a:latin typeface="Times New Roman" panose="02020603050405020304" pitchFamily="18" charset="0"/>
                <a:cs typeface="Times New Roman" panose="02020603050405020304" pitchFamily="18" charset="0"/>
              </a:rPr>
              <a:t>Ý tưởng, E-R: Nguyễn Tuấn Anh, Lê Ngọc Sang, La Trần Duy Đạt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Lược đồ Quan hệ: Lê Tuấn Hải, Nguyễn Minh Cang</a:t>
            </a:r>
          </a:p>
        </p:txBody>
      </p:sp>
    </p:spTree>
    <p:extLst>
      <p:ext uri="{BB962C8B-B14F-4D97-AF65-F5344CB8AC3E}">
        <p14:creationId xmlns:p14="http://schemas.microsoft.com/office/powerpoint/2010/main" val="339562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553A3F-FB74-4350-B813-E7AAB838B608}"/>
              </a:ext>
            </a:extLst>
          </p:cNvPr>
          <p:cNvSpPr txBox="1"/>
          <p:nvPr/>
        </p:nvSpPr>
        <p:spPr>
          <a:xfrm>
            <a:off x="4893276" y="0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/>
              <a:t>Ý Tưởng: </a:t>
            </a:r>
            <a:endParaRPr lang="en-AS"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90A84-59F0-4844-AE8A-79649EA629F9}"/>
              </a:ext>
            </a:extLst>
          </p:cNvPr>
          <p:cNvSpPr/>
          <p:nvPr/>
        </p:nvSpPr>
        <p:spPr>
          <a:xfrm>
            <a:off x="1186249" y="2310714"/>
            <a:ext cx="10132540" cy="222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13810-4F7D-4C0D-AE2D-EE949FF80398}"/>
              </a:ext>
            </a:extLst>
          </p:cNvPr>
          <p:cNvSpPr txBox="1"/>
          <p:nvPr/>
        </p:nvSpPr>
        <p:spPr>
          <a:xfrm>
            <a:off x="1025611" y="1199081"/>
            <a:ext cx="10293178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400"/>
              <a:t>-</a:t>
            </a:r>
            <a:r>
              <a:rPr lang="vi-VN" sz="2400" b="1"/>
              <a:t>Xác định các đối tượng</a:t>
            </a:r>
            <a:r>
              <a:rPr lang="vi-VN" sz="2000"/>
              <a:t>: Sách, Khách Hàng, Nhà Xuất Bản, Phòng, Nhân viên, Loại Sách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3591E-3E39-4B17-84DE-39F2DBEB4BF8}"/>
              </a:ext>
            </a:extLst>
          </p:cNvPr>
          <p:cNvSpPr txBox="1"/>
          <p:nvPr/>
        </p:nvSpPr>
        <p:spPr>
          <a:xfrm>
            <a:off x="1186249" y="2722003"/>
            <a:ext cx="931108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- </a:t>
            </a:r>
            <a:r>
              <a:rPr lang="vi-VN" sz="2800" b="1"/>
              <a:t>Xác định thuộc tính: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/>
              <a:t>Sách: Mã sách, tên sách, tên tác giả, tên NXB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/>
              <a:t>Loại sách: Mã loại sách, Thể loại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/>
              <a:t>Khách Hàng: Mã KH, tên, tuổi, số ĐT,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000"/>
              <a:t>Nhà xuất bản: Mã nhà xuất bản, tên, địa chỉ, Số ĐT, email</a:t>
            </a:r>
            <a:endParaRPr lang="qaa-Latn-001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qaa-Latn-001" sz="2000">
                <a:cs typeface="Times New Roman" panose="02020603050405020304" pitchFamily="18" charset="0"/>
              </a:rPr>
              <a:t>Nhân viên: Mã nhân viên, </a:t>
            </a:r>
            <a:r>
              <a:rPr lang="vi-VN" sz="2000"/>
              <a:t>tên, địa chỉ, Số ĐT, email</a:t>
            </a:r>
            <a:r>
              <a:rPr lang="qaa-Latn-001" sz="2000"/>
              <a:t>, </a:t>
            </a:r>
            <a:r>
              <a:rPr lang="qaa-Latn-001" sz="2000">
                <a:cs typeface="Times New Roman" panose="02020603050405020304" pitchFamily="18" charset="0"/>
              </a:rPr>
              <a:t>Chức vụ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qaa-Latn-001" sz="2000">
                <a:cs typeface="Times New Roman" panose="02020603050405020304" pitchFamily="18" charset="0"/>
              </a:rPr>
              <a:t>Phòng ban: Mã Phòng ban, Tên Phòng , Loại Phòng,</a:t>
            </a:r>
          </a:p>
          <a:p>
            <a:endParaRPr lang="vi-VN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1045988975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553A3F-FB74-4350-B813-E7AAB838B608}"/>
              </a:ext>
            </a:extLst>
          </p:cNvPr>
          <p:cNvSpPr txBox="1"/>
          <p:nvPr/>
        </p:nvSpPr>
        <p:spPr>
          <a:xfrm>
            <a:off x="4893276" y="0"/>
            <a:ext cx="414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/>
              <a:t>Ý Tưởng: </a:t>
            </a:r>
            <a:endParaRPr lang="en-AS" sz="28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90A84-59F0-4844-AE8A-79649EA629F9}"/>
              </a:ext>
            </a:extLst>
          </p:cNvPr>
          <p:cNvSpPr/>
          <p:nvPr/>
        </p:nvSpPr>
        <p:spPr>
          <a:xfrm>
            <a:off x="1186249" y="2310714"/>
            <a:ext cx="10132540" cy="222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F4A82-31CB-49BC-AEA8-39A8086F1330}"/>
              </a:ext>
            </a:extLst>
          </p:cNvPr>
          <p:cNvSpPr txBox="1"/>
          <p:nvPr/>
        </p:nvSpPr>
        <p:spPr>
          <a:xfrm>
            <a:off x="873211" y="954361"/>
            <a:ext cx="931108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</a:t>
            </a:r>
            <a:r>
              <a:rPr lang="qaa-Latn-001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mối Quan hệ</a:t>
            </a: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AG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qaa-Latn-001">
                <a:latin typeface="Times New Roman" panose="02020603050405020304" pitchFamily="18" charset="0"/>
                <a:cs typeface="Times New Roman" panose="02020603050405020304" pitchFamily="18" charset="0"/>
              </a:rPr>
              <a:t>Sách và Khách hàng  ( nhiều – nhiều): 1 sách có thể được mượn về (hoặc đọc) từ nhiều KH hoặc không KH nào mượn, 1 khách hàng có thể mượn về (hoặc đọc) nhiều hoặc không mượn sách. Phát sinh thuộc tính “Số ngày mượn”. 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>
                <a:latin typeface="Times New Roman" panose="02020603050405020304" pitchFamily="18" charset="0"/>
                <a:cs typeface="Times New Roman" panose="02020603050405020304" pitchFamily="18" charset="0"/>
              </a:rPr>
              <a:t>Sách và nhà xuất bản ( một- nhiều): 1 sách chỉ được xuất bản bởi 1 NXB, 1 nhà xuất bản có thể xuất bản 1 hoặc nhiều sách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>
                <a:latin typeface="Times New Roman" panose="02020603050405020304" pitchFamily="18" charset="0"/>
                <a:cs typeface="Times New Roman" panose="02020603050405020304" pitchFamily="18" charset="0"/>
              </a:rPr>
              <a:t>Sách và Loại Sách: (1 – nhiều): 1 sách chỉ có 1 loại sách duy nhất, 1 loại sách có thể có nhiều sách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S">
                <a:latin typeface="Times New Roman" panose="02020603050405020304" pitchFamily="18" charset="0"/>
                <a:cs typeface="Times New Roman" panose="02020603050405020304" pitchFamily="18" charset="0"/>
              </a:rPr>
              <a:t>Sách và Phòng Ban(1- nhiều): 1 phòng có thể có 0 hoặc nhiều sách nhưng 1 sách chỉ thuộc về 1 phòng </a:t>
            </a:r>
            <a:endParaRPr lang="qaa-Latn-001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qaa-Latn-001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và Phòng ban ( 1- nhiều): Một nhân viên chỉ làm việc trong một phòng ban, 1 phòng ban có thể có 1 hoặc nhiều nhân viên làm việc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qaa-Latn-001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và sách ( nhiều- nhiều): Một Nhân viên có thể quản lý 0 hoặc nhiều sách, 1 sách có thể được quản lý bởi 1 hoặc nhiều nhân viên 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69776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Rectangle 330">
            <a:extLst>
              <a:ext uri="{FF2B5EF4-FFF2-40B4-BE49-F238E27FC236}">
                <a16:creationId xmlns:a16="http://schemas.microsoft.com/office/drawing/2014/main" id="{41D1C6DC-52CF-468B-9DAA-89D5F98E9AB9}"/>
              </a:ext>
            </a:extLst>
          </p:cNvPr>
          <p:cNvSpPr/>
          <p:nvPr/>
        </p:nvSpPr>
        <p:spPr>
          <a:xfrm>
            <a:off x="-15547" y="-51282"/>
            <a:ext cx="12221327" cy="69092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CF33240-87B4-4BA2-8157-B6679FA6B9A8}"/>
              </a:ext>
            </a:extLst>
          </p:cNvPr>
          <p:cNvSpPr/>
          <p:nvPr/>
        </p:nvSpPr>
        <p:spPr>
          <a:xfrm rot="2203287">
            <a:off x="1757391" y="1449106"/>
            <a:ext cx="902722" cy="3866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NXB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B8501BA1-E26C-4A9F-9215-850ADB8DD2F1}"/>
              </a:ext>
            </a:extLst>
          </p:cNvPr>
          <p:cNvSpPr/>
          <p:nvPr/>
        </p:nvSpPr>
        <p:spPr>
          <a:xfrm rot="2039168">
            <a:off x="3296110" y="2469950"/>
            <a:ext cx="1197695" cy="684224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 bản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BA01BDC-19B8-4A03-B0C4-9DA6CDA501B4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570541" y="1912302"/>
            <a:ext cx="827868" cy="5650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D624D39-24C2-4D1C-A74B-560C28650761}"/>
              </a:ext>
            </a:extLst>
          </p:cNvPr>
          <p:cNvSpPr txBox="1"/>
          <p:nvPr/>
        </p:nvSpPr>
        <p:spPr>
          <a:xfrm>
            <a:off x="4177121" y="3970047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E115CF-838C-4194-AE1B-EFD026EDC774}"/>
              </a:ext>
            </a:extLst>
          </p:cNvPr>
          <p:cNvSpPr/>
          <p:nvPr/>
        </p:nvSpPr>
        <p:spPr>
          <a:xfrm>
            <a:off x="5345825" y="3714868"/>
            <a:ext cx="1075385" cy="5831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Sach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F805F38-F146-4D91-9467-CB394E307D0B}"/>
              </a:ext>
            </a:extLst>
          </p:cNvPr>
          <p:cNvSpPr/>
          <p:nvPr/>
        </p:nvSpPr>
        <p:spPr>
          <a:xfrm>
            <a:off x="9284160" y="3740635"/>
            <a:ext cx="1462051" cy="5631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NhanVien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533D5D-E818-4531-9F49-411E44407985}"/>
              </a:ext>
            </a:extLst>
          </p:cNvPr>
          <p:cNvSpPr/>
          <p:nvPr/>
        </p:nvSpPr>
        <p:spPr>
          <a:xfrm>
            <a:off x="9272119" y="1613382"/>
            <a:ext cx="1462051" cy="5631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PHGBan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0A48C01-9813-4B7D-9F47-4057691BF78E}"/>
              </a:ext>
            </a:extLst>
          </p:cNvPr>
          <p:cNvSpPr/>
          <p:nvPr/>
        </p:nvSpPr>
        <p:spPr>
          <a:xfrm>
            <a:off x="-3158" y="3734469"/>
            <a:ext cx="1462051" cy="5631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KhHang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54D71BD-704D-474F-A28E-2B3109B61FF3}"/>
              </a:ext>
            </a:extLst>
          </p:cNvPr>
          <p:cNvSpPr/>
          <p:nvPr/>
        </p:nvSpPr>
        <p:spPr>
          <a:xfrm>
            <a:off x="5142158" y="1763830"/>
            <a:ext cx="1462051" cy="56315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LoaiSach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FDCD71-6BE4-45BE-9BD6-BC5C965E15AA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>
            <a:off x="4391506" y="3146813"/>
            <a:ext cx="954319" cy="8596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E514DD1-FA7F-4087-AED4-E60FF4A1888E}"/>
              </a:ext>
            </a:extLst>
          </p:cNvPr>
          <p:cNvCxnSpPr>
            <a:cxnSpLocks/>
            <a:stCxn id="83" idx="2"/>
            <a:endCxn id="66" idx="0"/>
          </p:cNvCxnSpPr>
          <p:nvPr/>
        </p:nvCxnSpPr>
        <p:spPr>
          <a:xfrm>
            <a:off x="5876642" y="3320146"/>
            <a:ext cx="6876" cy="3947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Diamond 82">
            <a:extLst>
              <a:ext uri="{FF2B5EF4-FFF2-40B4-BE49-F238E27FC236}">
                <a16:creationId xmlns:a16="http://schemas.microsoft.com/office/drawing/2014/main" id="{A1F7B277-6DE6-4530-BCF8-A7A73377A21D}"/>
              </a:ext>
            </a:extLst>
          </p:cNvPr>
          <p:cNvSpPr/>
          <p:nvPr/>
        </p:nvSpPr>
        <p:spPr>
          <a:xfrm>
            <a:off x="5211705" y="2925238"/>
            <a:ext cx="1329874" cy="394908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Diamond 85">
            <a:extLst>
              <a:ext uri="{FF2B5EF4-FFF2-40B4-BE49-F238E27FC236}">
                <a16:creationId xmlns:a16="http://schemas.microsoft.com/office/drawing/2014/main" id="{A7124C75-B205-46B2-B74E-E9331CDDD64B}"/>
              </a:ext>
            </a:extLst>
          </p:cNvPr>
          <p:cNvSpPr/>
          <p:nvPr/>
        </p:nvSpPr>
        <p:spPr>
          <a:xfrm>
            <a:off x="7672603" y="3681145"/>
            <a:ext cx="1197695" cy="684224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QuanLy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Diamond 86">
            <a:extLst>
              <a:ext uri="{FF2B5EF4-FFF2-40B4-BE49-F238E27FC236}">
                <a16:creationId xmlns:a16="http://schemas.microsoft.com/office/drawing/2014/main" id="{64669118-213F-418E-A6A9-501167A6B635}"/>
              </a:ext>
            </a:extLst>
          </p:cNvPr>
          <p:cNvSpPr/>
          <p:nvPr/>
        </p:nvSpPr>
        <p:spPr>
          <a:xfrm>
            <a:off x="2119794" y="3824460"/>
            <a:ext cx="1274836" cy="383531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Mượn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Diamond 87">
            <a:extLst>
              <a:ext uri="{FF2B5EF4-FFF2-40B4-BE49-F238E27FC236}">
                <a16:creationId xmlns:a16="http://schemas.microsoft.com/office/drawing/2014/main" id="{3943477A-6A23-412A-8D75-F5706F45ECB5}"/>
              </a:ext>
            </a:extLst>
          </p:cNvPr>
          <p:cNvSpPr/>
          <p:nvPr/>
        </p:nvSpPr>
        <p:spPr>
          <a:xfrm>
            <a:off x="9404296" y="2686251"/>
            <a:ext cx="1197695" cy="501956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Diamond 88">
            <a:extLst>
              <a:ext uri="{FF2B5EF4-FFF2-40B4-BE49-F238E27FC236}">
                <a16:creationId xmlns:a16="http://schemas.microsoft.com/office/drawing/2014/main" id="{4D6A8406-3601-4F59-874E-CB5E6C89C7EC}"/>
              </a:ext>
            </a:extLst>
          </p:cNvPr>
          <p:cNvSpPr/>
          <p:nvPr/>
        </p:nvSpPr>
        <p:spPr>
          <a:xfrm rot="19449211">
            <a:off x="6959547" y="2799850"/>
            <a:ext cx="1561968" cy="394909"/>
          </a:xfrm>
          <a:prstGeom prst="diamon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CDFAEAE-FB6C-4F5D-8324-38E4C15CF0AE}"/>
              </a:ext>
            </a:extLst>
          </p:cNvPr>
          <p:cNvCxnSpPr>
            <a:cxnSpLocks/>
            <a:stCxn id="73" idx="2"/>
            <a:endCxn id="83" idx="0"/>
          </p:cNvCxnSpPr>
          <p:nvPr/>
        </p:nvCxnSpPr>
        <p:spPr>
          <a:xfrm>
            <a:off x="5873184" y="2326982"/>
            <a:ext cx="3458" cy="5982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5CA8E2B-70C8-47BA-A310-786F5D3977B7}"/>
              </a:ext>
            </a:extLst>
          </p:cNvPr>
          <p:cNvCxnSpPr>
            <a:cxnSpLocks/>
            <a:stCxn id="86" idx="1"/>
            <a:endCxn id="66" idx="3"/>
          </p:cNvCxnSpPr>
          <p:nvPr/>
        </p:nvCxnSpPr>
        <p:spPr>
          <a:xfrm flipH="1" flipV="1">
            <a:off x="6421210" y="4006433"/>
            <a:ext cx="1251393" cy="1682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78A55FC-BA46-4CC5-84F2-3F1B87E9E739}"/>
              </a:ext>
            </a:extLst>
          </p:cNvPr>
          <p:cNvCxnSpPr>
            <a:cxnSpLocks/>
            <a:stCxn id="68" idx="1"/>
            <a:endCxn id="86" idx="3"/>
          </p:cNvCxnSpPr>
          <p:nvPr/>
        </p:nvCxnSpPr>
        <p:spPr>
          <a:xfrm flipH="1">
            <a:off x="8870298" y="4022211"/>
            <a:ext cx="413862" cy="1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F31BD83-D913-4149-8526-EE3E344754BA}"/>
              </a:ext>
            </a:extLst>
          </p:cNvPr>
          <p:cNvCxnSpPr>
            <a:cxnSpLocks/>
            <a:stCxn id="68" idx="0"/>
            <a:endCxn id="88" idx="2"/>
          </p:cNvCxnSpPr>
          <p:nvPr/>
        </p:nvCxnSpPr>
        <p:spPr>
          <a:xfrm flipH="1" flipV="1">
            <a:off x="10003144" y="3188207"/>
            <a:ext cx="12042" cy="552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CFE1389-AF1E-4730-B84F-36BEC5173E7D}"/>
              </a:ext>
            </a:extLst>
          </p:cNvPr>
          <p:cNvCxnSpPr>
            <a:cxnSpLocks/>
            <a:stCxn id="88" idx="0"/>
            <a:endCxn id="69" idx="2"/>
          </p:cNvCxnSpPr>
          <p:nvPr/>
        </p:nvCxnSpPr>
        <p:spPr>
          <a:xfrm flipV="1">
            <a:off x="10003144" y="2176534"/>
            <a:ext cx="1" cy="5097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4B241AB-D938-4191-8549-A833A0A27C3A}"/>
              </a:ext>
            </a:extLst>
          </p:cNvPr>
          <p:cNvCxnSpPr>
            <a:cxnSpLocks/>
            <a:stCxn id="66" idx="3"/>
            <a:endCxn id="89" idx="1"/>
          </p:cNvCxnSpPr>
          <p:nvPr/>
        </p:nvCxnSpPr>
        <p:spPr>
          <a:xfrm flipV="1">
            <a:off x="6421210" y="3454661"/>
            <a:ext cx="686264" cy="5517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260B98A-2EB3-4E91-8975-CEDA9628863C}"/>
              </a:ext>
            </a:extLst>
          </p:cNvPr>
          <p:cNvCxnSpPr>
            <a:cxnSpLocks/>
            <a:stCxn id="89" idx="3"/>
            <a:endCxn id="69" idx="1"/>
          </p:cNvCxnSpPr>
          <p:nvPr/>
        </p:nvCxnSpPr>
        <p:spPr>
          <a:xfrm flipV="1">
            <a:off x="8373588" y="1894958"/>
            <a:ext cx="898531" cy="6449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9257F37-043D-4574-A2F5-2313CD409D82}"/>
              </a:ext>
            </a:extLst>
          </p:cNvPr>
          <p:cNvCxnSpPr>
            <a:cxnSpLocks/>
            <a:stCxn id="87" idx="3"/>
            <a:endCxn id="66" idx="1"/>
          </p:cNvCxnSpPr>
          <p:nvPr/>
        </p:nvCxnSpPr>
        <p:spPr>
          <a:xfrm flipV="1">
            <a:off x="3394630" y="4006433"/>
            <a:ext cx="1951195" cy="97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0A30CAE-E164-445F-9EF7-10CBA9E59794}"/>
              </a:ext>
            </a:extLst>
          </p:cNvPr>
          <p:cNvCxnSpPr>
            <a:cxnSpLocks/>
            <a:stCxn id="72" idx="3"/>
            <a:endCxn id="87" idx="1"/>
          </p:cNvCxnSpPr>
          <p:nvPr/>
        </p:nvCxnSpPr>
        <p:spPr>
          <a:xfrm>
            <a:off x="1458893" y="4016045"/>
            <a:ext cx="660901" cy="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7337592B-4C18-49B3-8B3F-6D9A743D8B0A}"/>
              </a:ext>
            </a:extLst>
          </p:cNvPr>
          <p:cNvSpPr/>
          <p:nvPr/>
        </p:nvSpPr>
        <p:spPr>
          <a:xfrm>
            <a:off x="2100788" y="5308880"/>
            <a:ext cx="1333657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Ngay Muon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EEEC418-F792-453D-9C4C-D783945B1416}"/>
              </a:ext>
            </a:extLst>
          </p:cNvPr>
          <p:cNvCxnSpPr>
            <a:cxnSpLocks/>
            <a:stCxn id="147" idx="0"/>
            <a:endCxn id="87" idx="2"/>
          </p:cNvCxnSpPr>
          <p:nvPr/>
        </p:nvCxnSpPr>
        <p:spPr>
          <a:xfrm flipH="1" flipV="1">
            <a:off x="2757212" y="4207991"/>
            <a:ext cx="10405" cy="11008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37731C9-11BF-4B30-9D0F-30E45C9822AC}"/>
              </a:ext>
            </a:extLst>
          </p:cNvPr>
          <p:cNvSpPr/>
          <p:nvPr/>
        </p:nvSpPr>
        <p:spPr>
          <a:xfrm>
            <a:off x="7422638" y="5142609"/>
            <a:ext cx="1737496" cy="6205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BangThongKe</a:t>
            </a:r>
            <a:endParaRPr lang="en-A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E257B28-BFD0-43CF-BFAA-93853F75CF4F}"/>
              </a:ext>
            </a:extLst>
          </p:cNvPr>
          <p:cNvCxnSpPr>
            <a:cxnSpLocks/>
            <a:stCxn id="70" idx="0"/>
            <a:endCxn id="86" idx="2"/>
          </p:cNvCxnSpPr>
          <p:nvPr/>
        </p:nvCxnSpPr>
        <p:spPr>
          <a:xfrm flipH="1" flipV="1">
            <a:off x="8271451" y="4365369"/>
            <a:ext cx="19935" cy="777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3CC4679F-A772-4504-8E3A-F0B51147D998}"/>
              </a:ext>
            </a:extLst>
          </p:cNvPr>
          <p:cNvSpPr txBox="1"/>
          <p:nvPr/>
        </p:nvSpPr>
        <p:spPr>
          <a:xfrm>
            <a:off x="9960898" y="3486560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527C1555-F086-4A28-93D5-EE3AC5E985AD}"/>
              </a:ext>
            </a:extLst>
          </p:cNvPr>
          <p:cNvSpPr txBox="1"/>
          <p:nvPr/>
        </p:nvSpPr>
        <p:spPr>
          <a:xfrm>
            <a:off x="1400076" y="4001021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01380384-5E71-4354-804F-D8FA8AD6C377}"/>
              </a:ext>
            </a:extLst>
          </p:cNvPr>
          <p:cNvSpPr txBox="1"/>
          <p:nvPr/>
        </p:nvSpPr>
        <p:spPr>
          <a:xfrm>
            <a:off x="7028938" y="3961151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17F7D120-9576-4253-8F28-B29593A69C8F}"/>
              </a:ext>
            </a:extLst>
          </p:cNvPr>
          <p:cNvSpPr txBox="1"/>
          <p:nvPr/>
        </p:nvSpPr>
        <p:spPr>
          <a:xfrm>
            <a:off x="8835572" y="4055813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458D3C7-AE04-4EAE-9B06-446BFE074E75}"/>
              </a:ext>
            </a:extLst>
          </p:cNvPr>
          <p:cNvSpPr txBox="1"/>
          <p:nvPr/>
        </p:nvSpPr>
        <p:spPr>
          <a:xfrm>
            <a:off x="10025761" y="2267692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9CCC0A1B-4B25-43A8-835B-6D7ABB4400C5}"/>
              </a:ext>
            </a:extLst>
          </p:cNvPr>
          <p:cNvSpPr txBox="1"/>
          <p:nvPr/>
        </p:nvSpPr>
        <p:spPr>
          <a:xfrm rot="19275924">
            <a:off x="8484532" y="1877858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691B56A2-02B7-4E30-840E-62D854922225}"/>
              </a:ext>
            </a:extLst>
          </p:cNvPr>
          <p:cNvSpPr txBox="1"/>
          <p:nvPr/>
        </p:nvSpPr>
        <p:spPr>
          <a:xfrm>
            <a:off x="5924743" y="2292753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A42018A-7718-4C23-8225-7AFE4CEB867D}"/>
              </a:ext>
            </a:extLst>
          </p:cNvPr>
          <p:cNvSpPr txBox="1"/>
          <p:nvPr/>
        </p:nvSpPr>
        <p:spPr>
          <a:xfrm rot="2092004">
            <a:off x="2420552" y="2017873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(1,n)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291944A-3527-449A-94D9-F60225111B5C}"/>
              </a:ext>
            </a:extLst>
          </p:cNvPr>
          <p:cNvSpPr txBox="1"/>
          <p:nvPr/>
        </p:nvSpPr>
        <p:spPr>
          <a:xfrm>
            <a:off x="5959842" y="3377718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BD8826A5-3831-4F1A-B568-FAD3C3C806A1}"/>
              </a:ext>
            </a:extLst>
          </p:cNvPr>
          <p:cNvSpPr txBox="1"/>
          <p:nvPr/>
        </p:nvSpPr>
        <p:spPr>
          <a:xfrm rot="2351825">
            <a:off x="4784386" y="3765742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32E6F47-5E8B-4C73-B2E7-42D8FA3EFB20}"/>
              </a:ext>
            </a:extLst>
          </p:cNvPr>
          <p:cNvSpPr txBox="1"/>
          <p:nvPr/>
        </p:nvSpPr>
        <p:spPr>
          <a:xfrm rot="19102534">
            <a:off x="6438744" y="3420273"/>
            <a:ext cx="708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(1,</a:t>
            </a:r>
            <a:r>
              <a:rPr lang="qaa-Latn-001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AS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0C5FCAAF-EB4B-4731-BF6E-604AC092267A}"/>
              </a:ext>
            </a:extLst>
          </p:cNvPr>
          <p:cNvSpPr/>
          <p:nvPr/>
        </p:nvSpPr>
        <p:spPr>
          <a:xfrm>
            <a:off x="3923405" y="4441390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MaSach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96D5EABE-3DD9-4A25-B57A-C21620745BC4}"/>
              </a:ext>
            </a:extLst>
          </p:cNvPr>
          <p:cNvSpPr/>
          <p:nvPr/>
        </p:nvSpPr>
        <p:spPr>
          <a:xfrm>
            <a:off x="11134876" y="3080937"/>
            <a:ext cx="981038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MaNV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6A9BE2A5-08C7-43F2-96DD-46D8155F1BC7}"/>
              </a:ext>
            </a:extLst>
          </p:cNvPr>
          <p:cNvSpPr/>
          <p:nvPr/>
        </p:nvSpPr>
        <p:spPr>
          <a:xfrm>
            <a:off x="9246965" y="580982"/>
            <a:ext cx="1333657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MaPHG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621EA376-BE06-4939-8E63-23C5674383FD}"/>
              </a:ext>
            </a:extLst>
          </p:cNvPr>
          <p:cNvSpPr/>
          <p:nvPr/>
        </p:nvSpPr>
        <p:spPr>
          <a:xfrm>
            <a:off x="4402255" y="694947"/>
            <a:ext cx="1333657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MaLS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62120893-58F7-4260-B1F4-48C80057F980}"/>
              </a:ext>
            </a:extLst>
          </p:cNvPr>
          <p:cNvSpPr/>
          <p:nvPr/>
        </p:nvSpPr>
        <p:spPr>
          <a:xfrm>
            <a:off x="224373" y="417109"/>
            <a:ext cx="1333657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MaNXB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D5117CDB-4E92-41A2-B073-0FDE4132AA80}"/>
              </a:ext>
            </a:extLst>
          </p:cNvPr>
          <p:cNvSpPr/>
          <p:nvPr/>
        </p:nvSpPr>
        <p:spPr>
          <a:xfrm>
            <a:off x="8822853" y="6149464"/>
            <a:ext cx="1333657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MaBTK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08C55E1B-E422-4BDA-9702-50FB07373348}"/>
              </a:ext>
            </a:extLst>
          </p:cNvPr>
          <p:cNvSpPr/>
          <p:nvPr/>
        </p:nvSpPr>
        <p:spPr>
          <a:xfrm>
            <a:off x="74" y="2666547"/>
            <a:ext cx="1065552" cy="478417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 u="sng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MaKH</a:t>
            </a:r>
            <a:endParaRPr lang="en-AS" sz="1400" u="sn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17C73B4F-7568-4237-B0BF-D7C264BA7F96}"/>
              </a:ext>
            </a:extLst>
          </p:cNvPr>
          <p:cNvSpPr/>
          <p:nvPr/>
        </p:nvSpPr>
        <p:spPr>
          <a:xfrm>
            <a:off x="3812601" y="4933714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BF3D6D49-EBEB-49A6-9047-81683F6CE24C}"/>
              </a:ext>
            </a:extLst>
          </p:cNvPr>
          <p:cNvSpPr/>
          <p:nvPr/>
        </p:nvSpPr>
        <p:spPr>
          <a:xfrm>
            <a:off x="5895911" y="4965616"/>
            <a:ext cx="625433" cy="50104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tacgia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93BC5CDB-2D4C-4668-820A-24007E0C746F}"/>
              </a:ext>
            </a:extLst>
          </p:cNvPr>
          <p:cNvSpPr/>
          <p:nvPr/>
        </p:nvSpPr>
        <p:spPr>
          <a:xfrm>
            <a:off x="6272545" y="4626414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tenNXB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2C328BF9-107C-4635-8BB9-B1E873A6D50C}"/>
              </a:ext>
            </a:extLst>
          </p:cNvPr>
          <p:cNvSpPr/>
          <p:nvPr/>
        </p:nvSpPr>
        <p:spPr>
          <a:xfrm>
            <a:off x="7806057" y="1021286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tenPHG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AC8120E4-0C7E-48A6-8BDD-10034AAEE3D6}"/>
              </a:ext>
            </a:extLst>
          </p:cNvPr>
          <p:cNvSpPr/>
          <p:nvPr/>
        </p:nvSpPr>
        <p:spPr>
          <a:xfrm>
            <a:off x="10842712" y="869915"/>
            <a:ext cx="1289000" cy="27538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loaiPHG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81176770-C8A6-48C8-AE10-94B57930B5A2}"/>
              </a:ext>
            </a:extLst>
          </p:cNvPr>
          <p:cNvSpPr/>
          <p:nvPr/>
        </p:nvSpPr>
        <p:spPr>
          <a:xfrm>
            <a:off x="7107474" y="6274232"/>
            <a:ext cx="1333656" cy="266181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LoaiBang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0A9196EB-2958-42C3-BB73-0B3964490775}"/>
              </a:ext>
            </a:extLst>
          </p:cNvPr>
          <p:cNvSpPr/>
          <p:nvPr/>
        </p:nvSpPr>
        <p:spPr>
          <a:xfrm rot="2308065">
            <a:off x="2580062" y="487611"/>
            <a:ext cx="811642" cy="570928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NXB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DBFF1B77-A832-4B8A-B8E6-7214A3623DF2}"/>
              </a:ext>
            </a:extLst>
          </p:cNvPr>
          <p:cNvSpPr/>
          <p:nvPr/>
        </p:nvSpPr>
        <p:spPr>
          <a:xfrm rot="2180253">
            <a:off x="3089136" y="1249949"/>
            <a:ext cx="836525" cy="665233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82677E39-6E43-46DB-9D14-772FBDA8F812}"/>
              </a:ext>
            </a:extLst>
          </p:cNvPr>
          <p:cNvSpPr/>
          <p:nvPr/>
        </p:nvSpPr>
        <p:spPr>
          <a:xfrm>
            <a:off x="109924" y="1175863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sdtNXB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2B1C7957-5933-4A88-BA61-7196C0025A3D}"/>
              </a:ext>
            </a:extLst>
          </p:cNvPr>
          <p:cNvSpPr/>
          <p:nvPr/>
        </p:nvSpPr>
        <p:spPr>
          <a:xfrm>
            <a:off x="1745669" y="194933"/>
            <a:ext cx="837468" cy="45011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emailNXB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490DA2BC-0C83-48D5-A19E-AAB7927AD643}"/>
              </a:ext>
            </a:extLst>
          </p:cNvPr>
          <p:cNvSpPr/>
          <p:nvPr/>
        </p:nvSpPr>
        <p:spPr>
          <a:xfrm>
            <a:off x="6096000" y="789628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Theloai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6FC0156E-A96A-4310-9B97-6B63243DA581}"/>
              </a:ext>
            </a:extLst>
          </p:cNvPr>
          <p:cNvSpPr/>
          <p:nvPr/>
        </p:nvSpPr>
        <p:spPr>
          <a:xfrm>
            <a:off x="1214088" y="4689014"/>
            <a:ext cx="708409" cy="37223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tenKH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246D17B5-EBCA-42AE-9737-8C4A2EDBE425}"/>
              </a:ext>
            </a:extLst>
          </p:cNvPr>
          <p:cNvSpPr/>
          <p:nvPr/>
        </p:nvSpPr>
        <p:spPr>
          <a:xfrm>
            <a:off x="552270" y="5228109"/>
            <a:ext cx="719167" cy="4490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tuoiKH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D0DC85E7-5D88-46E9-807D-2BAB7B55D96E}"/>
              </a:ext>
            </a:extLst>
          </p:cNvPr>
          <p:cNvSpPr/>
          <p:nvPr/>
        </p:nvSpPr>
        <p:spPr>
          <a:xfrm>
            <a:off x="-26180" y="4725667"/>
            <a:ext cx="650951" cy="42909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sdtKH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B3DD044F-8C9C-49A2-A691-43D78C630A5C}"/>
              </a:ext>
            </a:extLst>
          </p:cNvPr>
          <p:cNvSpPr/>
          <p:nvPr/>
        </p:nvSpPr>
        <p:spPr>
          <a:xfrm>
            <a:off x="1540930" y="2987726"/>
            <a:ext cx="954755" cy="5631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emailKH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3DB023C4-0F71-4B13-B71C-19B1E2978D99}"/>
              </a:ext>
            </a:extLst>
          </p:cNvPr>
          <p:cNvSpPr/>
          <p:nvPr/>
        </p:nvSpPr>
        <p:spPr>
          <a:xfrm>
            <a:off x="9317352" y="4587161"/>
            <a:ext cx="708409" cy="37223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tenNV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02F6B817-5352-423A-B679-9E0B3AF74EE6}"/>
              </a:ext>
            </a:extLst>
          </p:cNvPr>
          <p:cNvSpPr/>
          <p:nvPr/>
        </p:nvSpPr>
        <p:spPr>
          <a:xfrm>
            <a:off x="10746211" y="5716570"/>
            <a:ext cx="719167" cy="4490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tuoiNV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4DF8431-B30C-4B6C-A486-F0508FCB47E1}"/>
              </a:ext>
            </a:extLst>
          </p:cNvPr>
          <p:cNvSpPr/>
          <p:nvPr/>
        </p:nvSpPr>
        <p:spPr>
          <a:xfrm>
            <a:off x="9933073" y="5279312"/>
            <a:ext cx="650951" cy="42909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sdtNV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61E07BE4-8197-48EE-B4EC-559BE0EF19E4}"/>
              </a:ext>
            </a:extLst>
          </p:cNvPr>
          <p:cNvSpPr/>
          <p:nvPr/>
        </p:nvSpPr>
        <p:spPr>
          <a:xfrm>
            <a:off x="11047793" y="4779668"/>
            <a:ext cx="954755" cy="5631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emailNV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E342FCC-613B-46DE-AC41-C37461EDE90F}"/>
              </a:ext>
            </a:extLst>
          </p:cNvPr>
          <p:cNvSpPr/>
          <p:nvPr/>
        </p:nvSpPr>
        <p:spPr>
          <a:xfrm>
            <a:off x="11237245" y="3857944"/>
            <a:ext cx="889137" cy="56315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ChucVu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C327CD47-8020-41E3-9BC9-D736F8FB40F2}"/>
              </a:ext>
            </a:extLst>
          </p:cNvPr>
          <p:cNvCxnSpPr>
            <a:cxnSpLocks/>
            <a:stCxn id="285" idx="4"/>
            <a:endCxn id="73" idx="0"/>
          </p:cNvCxnSpPr>
          <p:nvPr/>
        </p:nvCxnSpPr>
        <p:spPr>
          <a:xfrm flipH="1">
            <a:off x="5873184" y="1037252"/>
            <a:ext cx="778092" cy="7265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A8D8A6E5-D6B4-4824-84C4-25651CED83CD}"/>
              </a:ext>
            </a:extLst>
          </p:cNvPr>
          <p:cNvCxnSpPr>
            <a:cxnSpLocks/>
            <a:stCxn id="271" idx="4"/>
            <a:endCxn id="73" idx="0"/>
          </p:cNvCxnSpPr>
          <p:nvPr/>
        </p:nvCxnSpPr>
        <p:spPr>
          <a:xfrm>
            <a:off x="5069084" y="1173364"/>
            <a:ext cx="804100" cy="5904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F30453B8-CA35-4AAD-A971-7B929FED837C}"/>
              </a:ext>
            </a:extLst>
          </p:cNvPr>
          <p:cNvCxnSpPr>
            <a:cxnSpLocks/>
            <a:stCxn id="282" idx="3"/>
            <a:endCxn id="60" idx="0"/>
          </p:cNvCxnSpPr>
          <p:nvPr/>
        </p:nvCxnSpPr>
        <p:spPr>
          <a:xfrm flipH="1" flipV="1">
            <a:off x="2324340" y="1487469"/>
            <a:ext cx="805452" cy="1093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B24B280F-8E93-4EA4-98D4-65C8D27F1B14}"/>
              </a:ext>
            </a:extLst>
          </p:cNvPr>
          <p:cNvCxnSpPr>
            <a:cxnSpLocks/>
            <a:stCxn id="281" idx="4"/>
            <a:endCxn id="60" idx="0"/>
          </p:cNvCxnSpPr>
          <p:nvPr/>
        </p:nvCxnSpPr>
        <p:spPr>
          <a:xfrm flipH="1">
            <a:off x="2324340" y="996581"/>
            <a:ext cx="483963" cy="4908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D7FFB1FD-E5AD-49F6-9E92-852A7587BEF3}"/>
              </a:ext>
            </a:extLst>
          </p:cNvPr>
          <p:cNvCxnSpPr>
            <a:cxnSpLocks/>
            <a:stCxn id="284" idx="4"/>
            <a:endCxn id="60" idx="0"/>
          </p:cNvCxnSpPr>
          <p:nvPr/>
        </p:nvCxnSpPr>
        <p:spPr>
          <a:xfrm>
            <a:off x="2164403" y="645048"/>
            <a:ext cx="159937" cy="8424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373B78B2-64D6-45E5-8592-FB52A094AE5D}"/>
              </a:ext>
            </a:extLst>
          </p:cNvPr>
          <p:cNvCxnSpPr>
            <a:cxnSpLocks/>
            <a:stCxn id="272" idx="5"/>
            <a:endCxn id="60" idx="1"/>
          </p:cNvCxnSpPr>
          <p:nvPr/>
        </p:nvCxnSpPr>
        <p:spPr>
          <a:xfrm>
            <a:off x="1362720" y="825463"/>
            <a:ext cx="484242" cy="5470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B0D5EAD9-2697-49AE-88AE-8FEA33382877}"/>
              </a:ext>
            </a:extLst>
          </p:cNvPr>
          <p:cNvCxnSpPr>
            <a:cxnSpLocks/>
            <a:stCxn id="283" idx="6"/>
            <a:endCxn id="60" idx="1"/>
          </p:cNvCxnSpPr>
          <p:nvPr/>
        </p:nvCxnSpPr>
        <p:spPr>
          <a:xfrm>
            <a:off x="1220476" y="1299675"/>
            <a:ext cx="626486" cy="728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9B5338DA-6E08-4596-B490-79FACE2C95DA}"/>
              </a:ext>
            </a:extLst>
          </p:cNvPr>
          <p:cNvCxnSpPr>
            <a:cxnSpLocks/>
            <a:stCxn id="274" idx="4"/>
            <a:endCxn id="72" idx="0"/>
          </p:cNvCxnSpPr>
          <p:nvPr/>
        </p:nvCxnSpPr>
        <p:spPr>
          <a:xfrm>
            <a:off x="532850" y="3144964"/>
            <a:ext cx="195018" cy="5895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3BAA080D-6D63-4D38-B6B6-DFE663D6B1C5}"/>
              </a:ext>
            </a:extLst>
          </p:cNvPr>
          <p:cNvCxnSpPr>
            <a:cxnSpLocks/>
            <a:stCxn id="293" idx="2"/>
            <a:endCxn id="72" idx="0"/>
          </p:cNvCxnSpPr>
          <p:nvPr/>
        </p:nvCxnSpPr>
        <p:spPr>
          <a:xfrm flipH="1">
            <a:off x="727868" y="3269302"/>
            <a:ext cx="813062" cy="4651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D3C3F714-DE8C-44D1-AEC9-2D1713122A8A}"/>
              </a:ext>
            </a:extLst>
          </p:cNvPr>
          <p:cNvCxnSpPr>
            <a:cxnSpLocks/>
            <a:stCxn id="290" idx="0"/>
            <a:endCxn id="72" idx="2"/>
          </p:cNvCxnSpPr>
          <p:nvPr/>
        </p:nvCxnSpPr>
        <p:spPr>
          <a:xfrm flipH="1" flipV="1">
            <a:off x="727868" y="4297621"/>
            <a:ext cx="840425" cy="3913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CBD0B437-8A51-4F3A-8AA7-44BBEE8F1DFC}"/>
              </a:ext>
            </a:extLst>
          </p:cNvPr>
          <p:cNvCxnSpPr>
            <a:cxnSpLocks/>
            <a:stCxn id="291" idx="0"/>
            <a:endCxn id="72" idx="2"/>
          </p:cNvCxnSpPr>
          <p:nvPr/>
        </p:nvCxnSpPr>
        <p:spPr>
          <a:xfrm flipH="1" flipV="1">
            <a:off x="727868" y="4297621"/>
            <a:ext cx="183986" cy="9304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3A222789-4C45-4E3F-A90C-3885887543FF}"/>
              </a:ext>
            </a:extLst>
          </p:cNvPr>
          <p:cNvCxnSpPr>
            <a:cxnSpLocks/>
            <a:stCxn id="292" idx="0"/>
            <a:endCxn id="72" idx="2"/>
          </p:cNvCxnSpPr>
          <p:nvPr/>
        </p:nvCxnSpPr>
        <p:spPr>
          <a:xfrm flipV="1">
            <a:off x="299296" y="4297621"/>
            <a:ext cx="428572" cy="4280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F67A5DB5-0120-4D3E-B024-265E90883EFA}"/>
              </a:ext>
            </a:extLst>
          </p:cNvPr>
          <p:cNvCxnSpPr>
            <a:cxnSpLocks/>
            <a:stCxn id="277" idx="0"/>
            <a:endCxn id="66" idx="2"/>
          </p:cNvCxnSpPr>
          <p:nvPr/>
        </p:nvCxnSpPr>
        <p:spPr>
          <a:xfrm flipH="1" flipV="1">
            <a:off x="5883518" y="4297997"/>
            <a:ext cx="944303" cy="3284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17E5D51F-3D8A-4322-943D-7FD64F23C210}"/>
              </a:ext>
            </a:extLst>
          </p:cNvPr>
          <p:cNvCxnSpPr>
            <a:cxnSpLocks/>
            <a:stCxn id="276" idx="0"/>
            <a:endCxn id="66" idx="2"/>
          </p:cNvCxnSpPr>
          <p:nvPr/>
        </p:nvCxnSpPr>
        <p:spPr>
          <a:xfrm flipH="1" flipV="1">
            <a:off x="5883518" y="4297997"/>
            <a:ext cx="325110" cy="6676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C6DD6A7A-9D64-4B9F-8FDE-A1047693319F}"/>
              </a:ext>
            </a:extLst>
          </p:cNvPr>
          <p:cNvCxnSpPr>
            <a:cxnSpLocks/>
            <a:stCxn id="275" idx="7"/>
            <a:endCxn id="66" idx="2"/>
          </p:cNvCxnSpPr>
          <p:nvPr/>
        </p:nvCxnSpPr>
        <p:spPr>
          <a:xfrm flipV="1">
            <a:off x="4760516" y="4297997"/>
            <a:ext cx="1123002" cy="6719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39F2E5E4-A793-4EA2-B54F-171EEF55BEA0}"/>
              </a:ext>
            </a:extLst>
          </p:cNvPr>
          <p:cNvCxnSpPr>
            <a:cxnSpLocks/>
            <a:stCxn id="268" idx="7"/>
            <a:endCxn id="66" idx="2"/>
          </p:cNvCxnSpPr>
          <p:nvPr/>
        </p:nvCxnSpPr>
        <p:spPr>
          <a:xfrm flipV="1">
            <a:off x="4871320" y="4297997"/>
            <a:ext cx="1012198" cy="1796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1D40A69F-5070-4CC1-85D0-DBC69D0CEFC5}"/>
              </a:ext>
            </a:extLst>
          </p:cNvPr>
          <p:cNvCxnSpPr>
            <a:cxnSpLocks/>
            <a:stCxn id="280" idx="0"/>
            <a:endCxn id="70" idx="2"/>
          </p:cNvCxnSpPr>
          <p:nvPr/>
        </p:nvCxnSpPr>
        <p:spPr>
          <a:xfrm flipV="1">
            <a:off x="7774302" y="5763173"/>
            <a:ext cx="517084" cy="5110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180A8D9A-EEC4-47B3-B773-74AA079C585A}"/>
              </a:ext>
            </a:extLst>
          </p:cNvPr>
          <p:cNvCxnSpPr>
            <a:cxnSpLocks/>
            <a:stCxn id="273" idx="0"/>
            <a:endCxn id="70" idx="2"/>
          </p:cNvCxnSpPr>
          <p:nvPr/>
        </p:nvCxnSpPr>
        <p:spPr>
          <a:xfrm flipH="1" flipV="1">
            <a:off x="8291386" y="5763173"/>
            <a:ext cx="1198296" cy="386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C0697DFD-DFAE-4642-885C-AB6ECE0EB3FC}"/>
              </a:ext>
            </a:extLst>
          </p:cNvPr>
          <p:cNvCxnSpPr>
            <a:cxnSpLocks/>
            <a:stCxn id="294" idx="0"/>
            <a:endCxn id="68" idx="2"/>
          </p:cNvCxnSpPr>
          <p:nvPr/>
        </p:nvCxnSpPr>
        <p:spPr>
          <a:xfrm flipV="1">
            <a:off x="9671557" y="4303787"/>
            <a:ext cx="343629" cy="2833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741D83F-9CD3-412A-A91D-2A7E706011F3}"/>
              </a:ext>
            </a:extLst>
          </p:cNvPr>
          <p:cNvCxnSpPr>
            <a:cxnSpLocks/>
            <a:stCxn id="296" idx="0"/>
            <a:endCxn id="68" idx="2"/>
          </p:cNvCxnSpPr>
          <p:nvPr/>
        </p:nvCxnSpPr>
        <p:spPr>
          <a:xfrm flipH="1" flipV="1">
            <a:off x="10015186" y="4303787"/>
            <a:ext cx="243363" cy="9755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571D9A81-AFE5-44AB-B68C-55AC8902FB3F}"/>
              </a:ext>
            </a:extLst>
          </p:cNvPr>
          <p:cNvCxnSpPr>
            <a:cxnSpLocks/>
            <a:stCxn id="295" idx="0"/>
            <a:endCxn id="68" idx="2"/>
          </p:cNvCxnSpPr>
          <p:nvPr/>
        </p:nvCxnSpPr>
        <p:spPr>
          <a:xfrm flipH="1" flipV="1">
            <a:off x="10015186" y="4303787"/>
            <a:ext cx="1090609" cy="14127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F8956BC0-3BFB-4986-B062-2E30DF6BE5A2}"/>
              </a:ext>
            </a:extLst>
          </p:cNvPr>
          <p:cNvCxnSpPr>
            <a:cxnSpLocks/>
            <a:stCxn id="297" idx="1"/>
            <a:endCxn id="68" idx="2"/>
          </p:cNvCxnSpPr>
          <p:nvPr/>
        </p:nvCxnSpPr>
        <p:spPr>
          <a:xfrm flipH="1" flipV="1">
            <a:off x="10015186" y="4303787"/>
            <a:ext cx="1172428" cy="5583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4A0BB52E-191F-487D-AA06-03ECA072113B}"/>
              </a:ext>
            </a:extLst>
          </p:cNvPr>
          <p:cNvCxnSpPr>
            <a:cxnSpLocks/>
            <a:stCxn id="269" idx="3"/>
            <a:endCxn id="68" idx="3"/>
          </p:cNvCxnSpPr>
          <p:nvPr/>
        </p:nvCxnSpPr>
        <p:spPr>
          <a:xfrm flipH="1">
            <a:off x="10746211" y="3489291"/>
            <a:ext cx="532335" cy="5329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4F66072D-F75D-498B-9309-B6F7E89D2D23}"/>
              </a:ext>
            </a:extLst>
          </p:cNvPr>
          <p:cNvCxnSpPr>
            <a:cxnSpLocks/>
            <a:stCxn id="298" idx="2"/>
            <a:endCxn id="68" idx="3"/>
          </p:cNvCxnSpPr>
          <p:nvPr/>
        </p:nvCxnSpPr>
        <p:spPr>
          <a:xfrm flipH="1" flipV="1">
            <a:off x="10746211" y="4022211"/>
            <a:ext cx="491034" cy="1173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EBCE4F2D-056C-4EB0-B3F4-AADC8A119D71}"/>
              </a:ext>
            </a:extLst>
          </p:cNvPr>
          <p:cNvCxnSpPr>
            <a:cxnSpLocks/>
            <a:endCxn id="69" idx="0"/>
          </p:cNvCxnSpPr>
          <p:nvPr/>
        </p:nvCxnSpPr>
        <p:spPr>
          <a:xfrm flipH="1">
            <a:off x="10003145" y="1155037"/>
            <a:ext cx="1283732" cy="4583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F9A72EDE-AB99-46A7-8D16-E2C296873BC6}"/>
              </a:ext>
            </a:extLst>
          </p:cNvPr>
          <p:cNvCxnSpPr>
            <a:cxnSpLocks/>
            <a:stCxn id="278" idx="5"/>
            <a:endCxn id="69" idx="0"/>
          </p:cNvCxnSpPr>
          <p:nvPr/>
        </p:nvCxnSpPr>
        <p:spPr>
          <a:xfrm>
            <a:off x="8753972" y="1232646"/>
            <a:ext cx="1249173" cy="3807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91F8CB9A-3CEF-470F-A7FF-9381B7C6ED54}"/>
              </a:ext>
            </a:extLst>
          </p:cNvPr>
          <p:cNvCxnSpPr>
            <a:cxnSpLocks/>
            <a:stCxn id="270" idx="4"/>
            <a:endCxn id="69" idx="0"/>
          </p:cNvCxnSpPr>
          <p:nvPr/>
        </p:nvCxnSpPr>
        <p:spPr>
          <a:xfrm>
            <a:off x="9913794" y="1059399"/>
            <a:ext cx="89351" cy="55398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DBA2C099-D357-4EED-A90F-306BB281AF38}"/>
              </a:ext>
            </a:extLst>
          </p:cNvPr>
          <p:cNvCxnSpPr>
            <a:cxnSpLocks/>
            <a:stCxn id="404" idx="0"/>
            <a:endCxn id="66" idx="2"/>
          </p:cNvCxnSpPr>
          <p:nvPr/>
        </p:nvCxnSpPr>
        <p:spPr>
          <a:xfrm flipV="1">
            <a:off x="5195498" y="4297997"/>
            <a:ext cx="688020" cy="10755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>
            <a:extLst>
              <a:ext uri="{FF2B5EF4-FFF2-40B4-BE49-F238E27FC236}">
                <a16:creationId xmlns:a16="http://schemas.microsoft.com/office/drawing/2014/main" id="{188BEFA2-F248-4061-B672-8D5541219016}"/>
              </a:ext>
            </a:extLst>
          </p:cNvPr>
          <p:cNvSpPr/>
          <p:nvPr/>
        </p:nvSpPr>
        <p:spPr>
          <a:xfrm>
            <a:off x="4640222" y="5373566"/>
            <a:ext cx="1110552" cy="24762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qaa-Latn-001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NamXB</a:t>
            </a:r>
            <a:endParaRPr lang="en-A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680151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FF706C-81A7-41FA-BAF6-892E048A86D5}"/>
              </a:ext>
            </a:extLst>
          </p:cNvPr>
          <p:cNvSpPr txBox="1"/>
          <p:nvPr/>
        </p:nvSpPr>
        <p:spPr>
          <a:xfrm>
            <a:off x="1044021" y="523220"/>
            <a:ext cx="8930826" cy="492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Sach(</a:t>
            </a:r>
            <a:r>
              <a:rPr lang="en-US" sz="2000" u="sng">
                <a:latin typeface="Arial" panose="020B0604020202020204" pitchFamily="34" charset="0"/>
                <a:cs typeface="Arial" panose="020B0604020202020204" pitchFamily="34" charset="0"/>
              </a:rPr>
              <a:t>MaSach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NamX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tenNXB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TenSach, Tacgia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qaa-Latn-001" sz="2000" b="1">
                <a:latin typeface="Arial" panose="020B0604020202020204" pitchFamily="34" charset="0"/>
                <a:cs typeface="Arial" panose="020B0604020202020204" pitchFamily="34" charset="0"/>
              </a:rPr>
              <a:t>MaNXB,MaLS,MaPHG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qaa-Latn-001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NhanVien(</a:t>
            </a:r>
            <a:r>
              <a:rPr lang="en-US" sz="2000" u="sng">
                <a:latin typeface="Arial" panose="020B0604020202020204" pitchFamily="34" charset="0"/>
                <a:cs typeface="Arial" panose="020B0604020202020204" pitchFamily="34" charset="0"/>
              </a:rPr>
              <a:t>MaN</a:t>
            </a:r>
            <a:r>
              <a:rPr lang="qaa-Latn-001" sz="2000" u="sng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 tuoiNV,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sdtNV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mail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NV, ChucVu,</a:t>
            </a:r>
            <a:r>
              <a:rPr lang="qaa-Latn-001" sz="2000" b="1">
                <a:latin typeface="Arial" panose="020B0604020202020204" pitchFamily="34" charset="0"/>
                <a:cs typeface="Arial" panose="020B0604020202020204" pitchFamily="34" charset="0"/>
              </a:rPr>
              <a:t>MaPHG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AS" sz="2000">
                <a:latin typeface="Arial" panose="020B0604020202020204" pitchFamily="34" charset="0"/>
                <a:cs typeface="Arial" panose="020B0604020202020204" pitchFamily="34" charset="0"/>
              </a:rPr>
              <a:t> BangThongKe(</a:t>
            </a:r>
            <a:r>
              <a:rPr lang="en-AS" sz="2000" u="sng">
                <a:latin typeface="Arial" panose="020B0604020202020204" pitchFamily="34" charset="0"/>
                <a:cs typeface="Arial" panose="020B0604020202020204" pitchFamily="34" charset="0"/>
              </a:rPr>
              <a:t>MaBTK</a:t>
            </a:r>
            <a:r>
              <a:rPr lang="en-AS" sz="2000">
                <a:latin typeface="Arial" panose="020B0604020202020204" pitchFamily="34" charset="0"/>
                <a:cs typeface="Arial" panose="020B0604020202020204" pitchFamily="34" charset="0"/>
              </a:rPr>
              <a:t>, LoaiBang</a:t>
            </a:r>
            <a:r>
              <a:rPr lang="en-AS" sz="2000" b="1">
                <a:latin typeface="Arial" panose="020B0604020202020204" pitchFamily="34" charset="0"/>
                <a:cs typeface="Arial" panose="020B0604020202020204" pitchFamily="34" charset="0"/>
              </a:rPr>
              <a:t>, MaNV, MaSach</a:t>
            </a:r>
            <a:r>
              <a:rPr lang="en-A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qaa-Latn-001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KhachHang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u="sng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qaa-Latn-001" sz="2000" u="sng"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 tuoiKH,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sdtKH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mail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KH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NhaXuatBan(</a:t>
            </a:r>
            <a:r>
              <a:rPr lang="en-US" sz="2000" u="sng">
                <a:latin typeface="Arial" panose="020B0604020202020204" pitchFamily="34" charset="0"/>
                <a:cs typeface="Arial" panose="020B0604020202020204" pitchFamily="34" charset="0"/>
              </a:rPr>
              <a:t>Ma</a:t>
            </a:r>
            <a:r>
              <a:rPr lang="qaa-Latn-001" sz="2000" u="sng">
                <a:latin typeface="Arial" panose="020B0604020202020204" pitchFamily="34" charset="0"/>
                <a:cs typeface="Arial" panose="020B0604020202020204" pitchFamily="34" charset="0"/>
              </a:rPr>
              <a:t>NXB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NXB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 dcNXB,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sdtNXB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mail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NXB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PhongBan(</a:t>
            </a:r>
            <a:r>
              <a:rPr lang="qaa-Latn-001" sz="2000" u="sng">
                <a:latin typeface="Arial" panose="020B0604020202020204" pitchFamily="34" charset="0"/>
                <a:cs typeface="Arial" panose="020B0604020202020204" pitchFamily="34" charset="0"/>
              </a:rPr>
              <a:t>MaPHG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, tenPHG, loaiPHG)</a:t>
            </a:r>
          </a:p>
          <a:p>
            <a:pPr>
              <a:lnSpc>
                <a:spcPct val="200000"/>
              </a:lnSpc>
            </a:pP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LoaiSach(</a:t>
            </a:r>
            <a:r>
              <a:rPr lang="qaa-Latn-001" sz="2000" u="sng">
                <a:latin typeface="Arial" panose="020B0604020202020204" pitchFamily="34" charset="0"/>
                <a:cs typeface="Arial" panose="020B0604020202020204" pitchFamily="34" charset="0"/>
              </a:rPr>
              <a:t>MaLS</a:t>
            </a:r>
            <a:r>
              <a:rPr lang="qaa-Latn-001" sz="2000">
                <a:latin typeface="Arial" panose="020B0604020202020204" pitchFamily="34" charset="0"/>
                <a:cs typeface="Arial" panose="020B0604020202020204" pitchFamily="34" charset="0"/>
              </a:rPr>
              <a:t> , theloai)</a:t>
            </a:r>
          </a:p>
          <a:p>
            <a:pPr>
              <a:lnSpc>
                <a:spcPct val="200000"/>
              </a:lnSpc>
            </a:pPr>
            <a:r>
              <a:rPr lang="en-AS" sz="2000">
                <a:latin typeface="Arial" panose="020B0604020202020204" pitchFamily="34" charset="0"/>
                <a:cs typeface="Arial" panose="020B0604020202020204" pitchFamily="34" charset="0"/>
              </a:rPr>
              <a:t>Muon(</a:t>
            </a:r>
            <a:r>
              <a:rPr lang="en-AS" sz="2000" u="sng">
                <a:latin typeface="Arial" panose="020B0604020202020204" pitchFamily="34" charset="0"/>
                <a:cs typeface="Arial" panose="020B0604020202020204" pitchFamily="34" charset="0"/>
              </a:rPr>
              <a:t>MaSach,MaKH</a:t>
            </a:r>
            <a:r>
              <a:rPr lang="en-AS" sz="2000">
                <a:latin typeface="Arial" panose="020B0604020202020204" pitchFamily="34" charset="0"/>
                <a:cs typeface="Arial" panose="020B0604020202020204" pitchFamily="34" charset="0"/>
              </a:rPr>
              <a:t>, songaymuon)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7911D-5F80-4CD6-A07B-93F007D6AE90}"/>
              </a:ext>
            </a:extLst>
          </p:cNvPr>
          <p:cNvSpPr txBox="1"/>
          <p:nvPr/>
        </p:nvSpPr>
        <p:spPr>
          <a:xfrm>
            <a:off x="3727938" y="0"/>
            <a:ext cx="5767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/>
              <a:t>Lược đồ mô hình quan hệ </a:t>
            </a:r>
            <a:endParaRPr lang="en-AS" sz="2800"/>
          </a:p>
        </p:txBody>
      </p:sp>
    </p:spTree>
    <p:extLst>
      <p:ext uri="{BB962C8B-B14F-4D97-AF65-F5344CB8AC3E}">
        <p14:creationId xmlns:p14="http://schemas.microsoft.com/office/powerpoint/2010/main" val="3330055092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DEBA47-1B04-4A4A-8F8D-106DB3304CE5}"/>
              </a:ext>
            </a:extLst>
          </p:cNvPr>
          <p:cNvSpPr txBox="1"/>
          <p:nvPr/>
        </p:nvSpPr>
        <p:spPr>
          <a:xfrm>
            <a:off x="1909010" y="2633103"/>
            <a:ext cx="837397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800"/>
              <a:t>Cảm ơn Cô và các bạn đã lắng nghe bài thuyết trình của nhóm em!</a:t>
            </a:r>
            <a:endParaRPr lang="en-AS" sz="3800"/>
          </a:p>
        </p:txBody>
      </p:sp>
    </p:spTree>
    <p:extLst>
      <p:ext uri="{BB962C8B-B14F-4D97-AF65-F5344CB8AC3E}">
        <p14:creationId xmlns:p14="http://schemas.microsoft.com/office/powerpoint/2010/main" val="4048555328"/>
      </p:ext>
    </p:extLst>
  </p:cSld>
  <p:clrMapOvr>
    <a:masterClrMapping/>
  </p:clrMapOvr>
  <p:transition spd="med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515</TotalTime>
  <Words>651</Words>
  <Application>Microsoft Office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Nguyen Tuan</dc:creator>
  <cp:lastModifiedBy>Anh Nguyen Tuan</cp:lastModifiedBy>
  <cp:revision>49</cp:revision>
  <dcterms:created xsi:type="dcterms:W3CDTF">2024-06-26T11:09:18Z</dcterms:created>
  <dcterms:modified xsi:type="dcterms:W3CDTF">2024-06-30T01:23:33Z</dcterms:modified>
</cp:coreProperties>
</file>